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2"/>
  </p:notesMasterIdLst>
  <p:sldIdLst>
    <p:sldId id="262" r:id="rId2"/>
    <p:sldId id="269" r:id="rId3"/>
    <p:sldId id="274" r:id="rId4"/>
    <p:sldId id="275" r:id="rId5"/>
    <p:sldId id="276" r:id="rId6"/>
    <p:sldId id="277" r:id="rId7"/>
    <p:sldId id="289" r:id="rId8"/>
    <p:sldId id="278" r:id="rId9"/>
    <p:sldId id="279" r:id="rId10"/>
    <p:sldId id="280" r:id="rId11"/>
    <p:sldId id="281" r:id="rId12"/>
    <p:sldId id="282" r:id="rId13"/>
    <p:sldId id="284" r:id="rId14"/>
    <p:sldId id="287" r:id="rId15"/>
    <p:sldId id="288" r:id="rId16"/>
    <p:sldId id="283" r:id="rId17"/>
    <p:sldId id="285" r:id="rId18"/>
    <p:sldId id="286" r:id="rId19"/>
    <p:sldId id="268" r:id="rId20"/>
    <p:sldId id="266" r:id="rId2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0"/>
    <a:srgbClr val="000099"/>
    <a:srgbClr val="2E2F98"/>
    <a:srgbClr val="C0D82C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40058E-37E5-4DA8-A0A2-9F629796D636}" v="9" dt="2026-05-15T10:18:46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4" autoAdjust="0"/>
    <p:restoredTop sz="94660"/>
  </p:normalViewPr>
  <p:slideViewPr>
    <p:cSldViewPr snapToGrid="0">
      <p:cViewPr varScale="1">
        <p:scale>
          <a:sx n="88" d="100"/>
          <a:sy n="88" d="100"/>
        </p:scale>
        <p:origin x="8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12203372" cy="736270"/>
          </a:xfrm>
          <a:prstGeom prst="rect">
            <a:avLst/>
          </a:prstGeom>
          <a:gradFill>
            <a:gsLst>
              <a:gs pos="0">
                <a:srgbClr val="C0D82C"/>
              </a:gs>
              <a:gs pos="54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2E2F9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ACE INSTITUTE OF MANAEGMENT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D8F32-4B7E-234D-7608-8305F6F304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690849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C322A-68A0-418E-1745-0B1A6D7936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497430" y="2118212"/>
            <a:ext cx="7095541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872" y="1132413"/>
            <a:ext cx="5718139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872" y="1613044"/>
            <a:ext cx="5718139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25167"/>
            <a:ext cx="565616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13044"/>
            <a:ext cx="565616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8245-5B6D-3C7C-1921-BCC6F0F5C5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1C4-7436-F71F-5CC8-167D381D6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85218" y="2971801"/>
            <a:ext cx="3270249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794033" y="3619535"/>
            <a:ext cx="2679404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5/15/2026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2593519" y="1468783"/>
            <a:ext cx="7247166" cy="1121415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Expense Tracker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2704636" y="5149293"/>
            <a:ext cx="7024933" cy="1121415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Presenters:</a:t>
            </a:r>
          </a:p>
          <a:p>
            <a:pPr lvl="0"/>
            <a:r>
              <a:rPr lang="en-US" dirty="0"/>
              <a:t>Pranavi Uprety</a:t>
            </a:r>
          </a:p>
          <a:p>
            <a:r>
              <a:rPr lang="en-US" dirty="0"/>
              <a:t>Anuska Khatri </a:t>
            </a:r>
          </a:p>
          <a:p>
            <a:r>
              <a:rPr lang="en-US" dirty="0"/>
              <a:t>Niharika Rajbhandari </a:t>
            </a:r>
          </a:p>
          <a:p>
            <a:endParaRPr lang="en-US" dirty="0"/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2510541" y="5710000"/>
            <a:ext cx="7413122" cy="931654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Supervision of </a:t>
            </a:r>
          </a:p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Sanju Shrestha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2704636" y="2928301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800" dirty="0"/>
              <a:t>A Web-Based Manual Expense Tracker</a:t>
            </a:r>
            <a:endParaRPr lang="en-US" sz="2800" dirty="0">
              <a:solidFill>
                <a:srgbClr val="2E30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Outline 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  <a:p>
            <a:r>
              <a:rPr lang="en-US" dirty="0"/>
              <a:t>Introduction </a:t>
            </a:r>
          </a:p>
          <a:p>
            <a:r>
              <a:rPr lang="en-US" dirty="0"/>
              <a:t>Motivation </a:t>
            </a:r>
          </a:p>
          <a:p>
            <a:r>
              <a:rPr lang="en-US" dirty="0"/>
              <a:t>Problem Statement </a:t>
            </a:r>
          </a:p>
          <a:p>
            <a:r>
              <a:rPr lang="en-US" dirty="0"/>
              <a:t>Literature Review 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Key Features</a:t>
            </a:r>
          </a:p>
          <a:p>
            <a:r>
              <a:rPr lang="en-US" dirty="0"/>
              <a:t>Methodology </a:t>
            </a:r>
          </a:p>
          <a:p>
            <a:r>
              <a:rPr lang="en-US" dirty="0"/>
              <a:t>Tech Stack </a:t>
            </a:r>
          </a:p>
          <a:p>
            <a:r>
              <a:rPr lang="en-US" dirty="0"/>
              <a:t>Feasibility </a:t>
            </a:r>
          </a:p>
          <a:p>
            <a:r>
              <a:rPr lang="en-US" dirty="0"/>
              <a:t>Gantt Chart</a:t>
            </a:r>
          </a:p>
          <a:p>
            <a:r>
              <a:rPr lang="en-US" dirty="0"/>
              <a:t>Team Roles</a:t>
            </a: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E853-6C79-44B9-F147-73A56FC0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96946-69A9-ED65-057E-72FF0B5E45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Web-based expense tracking application </a:t>
            </a:r>
          </a:p>
          <a:p>
            <a:r>
              <a:rPr lang="en-US" dirty="0"/>
              <a:t>Fully manual entry </a:t>
            </a:r>
          </a:p>
          <a:p>
            <a:r>
              <a:rPr lang="en-US" dirty="0"/>
              <a:t>Designed for students and employees</a:t>
            </a:r>
          </a:p>
          <a:p>
            <a:r>
              <a:rPr lang="en-US" dirty="0"/>
              <a:t>Supports personal and shared expenses </a:t>
            </a:r>
          </a:p>
          <a:p>
            <a:r>
              <a:rPr lang="en-US" dirty="0"/>
              <a:t>Focus on simplicity and privacy</a:t>
            </a:r>
          </a:p>
        </p:txBody>
      </p:sp>
    </p:spTree>
    <p:extLst>
      <p:ext uri="{BB962C8B-B14F-4D97-AF65-F5344CB8AC3E}">
        <p14:creationId xmlns:p14="http://schemas.microsoft.com/office/powerpoint/2010/main" val="28820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6C01-A8A2-4AAC-E9EB-5528AA0A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264C-B6EB-3D7D-20A9-ADECBCC529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Students face difficulty tracking daily expenses </a:t>
            </a:r>
          </a:p>
          <a:p>
            <a:r>
              <a:rPr lang="en-US" dirty="0"/>
              <a:t>Shared expenses with friends often create confusion </a:t>
            </a:r>
          </a:p>
          <a:p>
            <a:r>
              <a:rPr lang="en-US" dirty="0"/>
              <a:t>Most apps are complex or paid </a:t>
            </a:r>
          </a:p>
          <a:p>
            <a:r>
              <a:rPr lang="en-US" dirty="0"/>
              <a:t>Limited reliable solutions in Nepal </a:t>
            </a:r>
          </a:p>
          <a:p>
            <a:r>
              <a:rPr lang="en-US" dirty="0"/>
              <a:t>Need for simple, free, and local-friendly tool </a:t>
            </a:r>
          </a:p>
          <a:p>
            <a:r>
              <a:rPr lang="en-US" dirty="0"/>
              <a:t>Promotes better financial habits</a:t>
            </a:r>
          </a:p>
        </p:txBody>
      </p:sp>
    </p:spTree>
    <p:extLst>
      <p:ext uri="{BB962C8B-B14F-4D97-AF65-F5344CB8AC3E}">
        <p14:creationId xmlns:p14="http://schemas.microsoft.com/office/powerpoint/2010/main" val="38346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C97D-A084-ED8E-651A-8BFCDEB9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C0FA9-1598-9203-BF3E-667F95F26A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Manual tracking in Excel is time-consuming </a:t>
            </a:r>
          </a:p>
          <a:p>
            <a:r>
              <a:rPr lang="en-US" dirty="0"/>
              <a:t>Difficulty in settling group expenses</a:t>
            </a:r>
          </a:p>
          <a:p>
            <a:r>
              <a:rPr lang="en-US" dirty="0"/>
              <a:t> No proper budgeting visualization</a:t>
            </a:r>
          </a:p>
          <a:p>
            <a:r>
              <a:rPr lang="en-US" dirty="0"/>
              <a:t> Privacy concerns with auto-sync apps </a:t>
            </a:r>
          </a:p>
          <a:p>
            <a:r>
              <a:rPr lang="en-US" dirty="0"/>
              <a:t>Existing free tools have heavy limitations </a:t>
            </a:r>
          </a:p>
        </p:txBody>
      </p:sp>
    </p:spTree>
    <p:extLst>
      <p:ext uri="{BB962C8B-B14F-4D97-AF65-F5344CB8AC3E}">
        <p14:creationId xmlns:p14="http://schemas.microsoft.com/office/powerpoint/2010/main" val="391143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B40-5AC7-C6C4-6C35-AD3A12EF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0E28-EB0F-33A9-F928-C687B8E025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Splitwise</a:t>
            </a:r>
            <a:r>
              <a:rPr lang="en-US" dirty="0"/>
              <a:t>: Strong in group splitting, weak budgeting </a:t>
            </a:r>
          </a:p>
          <a:p>
            <a:r>
              <a:rPr lang="en-US" dirty="0" err="1"/>
              <a:t>Goodbudget</a:t>
            </a:r>
            <a:r>
              <a:rPr lang="en-US" dirty="0"/>
              <a:t>: Excellent envelopes, limited free version</a:t>
            </a:r>
          </a:p>
          <a:p>
            <a:r>
              <a:rPr lang="en-US" dirty="0" err="1"/>
              <a:t>Spendee</a:t>
            </a:r>
            <a:r>
              <a:rPr lang="en-US" dirty="0"/>
              <a:t>: Good visuals, restricted free tier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Gap: Balanced manual tool with group features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Opportunity for simple &amp; effective solution</a:t>
            </a:r>
          </a:p>
        </p:txBody>
      </p:sp>
    </p:spTree>
    <p:extLst>
      <p:ext uri="{BB962C8B-B14F-4D97-AF65-F5344CB8AC3E}">
        <p14:creationId xmlns:p14="http://schemas.microsoft.com/office/powerpoint/2010/main" val="287389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0E07-2054-59C0-84D1-51836ADD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D380-EA8D-A887-BBB4-7697FEAA7D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Existing System</a:t>
            </a:r>
          </a:p>
          <a:p>
            <a:r>
              <a:rPr lang="en-US" sz="1400" dirty="0"/>
              <a:t>Complex Interface</a:t>
            </a:r>
          </a:p>
          <a:p>
            <a:r>
              <a:rPr lang="en-US" sz="1400" dirty="0"/>
              <a:t>Some features are paid</a:t>
            </a:r>
          </a:p>
          <a:p>
            <a:r>
              <a:rPr lang="en-US" sz="1400" dirty="0"/>
              <a:t>Heavy bank dependency</a:t>
            </a:r>
          </a:p>
          <a:p>
            <a:r>
              <a:rPr lang="en-US" sz="1400" dirty="0"/>
              <a:t>Limited group budgeting</a:t>
            </a:r>
          </a:p>
          <a:p>
            <a:r>
              <a:rPr lang="en-US" sz="1400" dirty="0"/>
              <a:t>Generic financial tools</a:t>
            </a:r>
          </a:p>
          <a:p>
            <a:r>
              <a:rPr lang="en-US" sz="1400" dirty="0"/>
              <a:t>Limited customization</a:t>
            </a:r>
          </a:p>
          <a:p>
            <a:r>
              <a:rPr lang="en-US" sz="1400" dirty="0"/>
              <a:t>Advanced apps may confuse users</a:t>
            </a:r>
          </a:p>
          <a:p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r>
              <a:rPr lang="en-US" sz="1400" b="1" dirty="0"/>
              <a:t>Our System</a:t>
            </a:r>
          </a:p>
          <a:p>
            <a:r>
              <a:rPr lang="en-US" sz="1400" dirty="0"/>
              <a:t>Simple interface</a:t>
            </a:r>
          </a:p>
          <a:p>
            <a:r>
              <a:rPr lang="en-US" sz="1400" dirty="0"/>
              <a:t>Free core features</a:t>
            </a:r>
          </a:p>
          <a:p>
            <a:r>
              <a:rPr lang="en-US" sz="1400" dirty="0"/>
              <a:t>Manual tracking supported</a:t>
            </a:r>
          </a:p>
          <a:p>
            <a:r>
              <a:rPr lang="en-US" sz="1400" dirty="0"/>
              <a:t>Group expense splitting</a:t>
            </a:r>
          </a:p>
          <a:p>
            <a:r>
              <a:rPr lang="en-US" sz="1400" dirty="0"/>
              <a:t>Student-friendly design</a:t>
            </a:r>
          </a:p>
          <a:p>
            <a:r>
              <a:rPr lang="en-US" sz="1400" dirty="0"/>
              <a:t>Flexible budget categories</a:t>
            </a:r>
          </a:p>
          <a:p>
            <a:r>
              <a:rPr lang="en-US" sz="1400" dirty="0"/>
              <a:t>Easy and user-friendly</a:t>
            </a:r>
          </a:p>
        </p:txBody>
      </p:sp>
    </p:spTree>
    <p:extLst>
      <p:ext uri="{BB962C8B-B14F-4D97-AF65-F5344CB8AC3E}">
        <p14:creationId xmlns:p14="http://schemas.microsoft.com/office/powerpoint/2010/main" val="3907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A93F-AC79-57D3-8717-F12FE41B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7009-F9C3-CE7B-E846-A161A634D2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Develop a responsive web expense tracker </a:t>
            </a:r>
          </a:p>
          <a:p>
            <a:r>
              <a:rPr lang="en-US" dirty="0"/>
              <a:t>Enable manual income and expense tracking </a:t>
            </a:r>
          </a:p>
          <a:p>
            <a:r>
              <a:rPr lang="en-US" dirty="0"/>
              <a:t>Implement budget setting and alerts </a:t>
            </a:r>
          </a:p>
          <a:p>
            <a:r>
              <a:rPr lang="en-US" dirty="0"/>
              <a:t>Provide group expense splitting feature </a:t>
            </a:r>
          </a:p>
          <a:p>
            <a:r>
              <a:rPr lang="en-US" dirty="0"/>
              <a:t>Deliver clear reports and visualizations </a:t>
            </a:r>
          </a:p>
          <a:p>
            <a:r>
              <a:rPr lang="en-US" dirty="0"/>
              <a:t>Ensure data privacy and user-friendliness</a:t>
            </a:r>
          </a:p>
        </p:txBody>
      </p:sp>
    </p:spTree>
    <p:extLst>
      <p:ext uri="{BB962C8B-B14F-4D97-AF65-F5344CB8AC3E}">
        <p14:creationId xmlns:p14="http://schemas.microsoft.com/office/powerpoint/2010/main" val="373344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DCA5-B190-FDC1-4553-C3022238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55E6-48A0-587A-42A4-0F154DF67E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User registration and login </a:t>
            </a:r>
          </a:p>
          <a:p>
            <a:r>
              <a:rPr lang="en-US" dirty="0"/>
              <a:t>Multiple wallets and categories </a:t>
            </a:r>
          </a:p>
          <a:p>
            <a:r>
              <a:rPr lang="en-US" dirty="0"/>
              <a:t>Add income &amp; expense transactions </a:t>
            </a:r>
          </a:p>
          <a:p>
            <a:r>
              <a:rPr lang="en-US" dirty="0"/>
              <a:t>Budgets with progress tracking </a:t>
            </a:r>
          </a:p>
          <a:p>
            <a:r>
              <a:rPr lang="en-US" dirty="0"/>
              <a:t>Group expense splitting &amp; settlement </a:t>
            </a:r>
          </a:p>
          <a:p>
            <a:r>
              <a:rPr lang="en-US" dirty="0"/>
              <a:t>Dashboard, reports, and charts </a:t>
            </a:r>
          </a:p>
          <a:p>
            <a:r>
              <a:rPr lang="en-US" dirty="0"/>
              <a:t>Savings goals and bill reminders</a:t>
            </a:r>
          </a:p>
          <a:p>
            <a:r>
              <a:rPr lang="en-US" dirty="0"/>
              <a:t>Email Reminders and Notification</a:t>
            </a:r>
          </a:p>
        </p:txBody>
      </p:sp>
    </p:spTree>
    <p:extLst>
      <p:ext uri="{BB962C8B-B14F-4D97-AF65-F5344CB8AC3E}">
        <p14:creationId xmlns:p14="http://schemas.microsoft.com/office/powerpoint/2010/main" val="36456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FBCE-B581-C2B8-49A1-7C8D36A8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BA4A8-003A-19E8-E333-81BF450452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Followed Agile development approach </a:t>
            </a:r>
          </a:p>
          <a:p>
            <a:r>
              <a:rPr lang="en-US" dirty="0"/>
              <a:t>Phases: Planning → Design → Implementation → Testing </a:t>
            </a:r>
          </a:p>
          <a:p>
            <a:r>
              <a:rPr lang="en-US" dirty="0"/>
              <a:t>User-centered design process </a:t>
            </a:r>
          </a:p>
          <a:p>
            <a:r>
              <a:rPr lang="en-US" dirty="0"/>
              <a:t>Iterative development and testing </a:t>
            </a:r>
          </a:p>
          <a:p>
            <a:r>
              <a:rPr lang="en-US" dirty="0"/>
              <a:t>Focus on clean code and documentation </a:t>
            </a:r>
          </a:p>
        </p:txBody>
      </p:sp>
    </p:spTree>
    <p:extLst>
      <p:ext uri="{BB962C8B-B14F-4D97-AF65-F5344CB8AC3E}">
        <p14:creationId xmlns:p14="http://schemas.microsoft.com/office/powerpoint/2010/main" val="205036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C5B9-EBD7-8698-38F8-CA5F2058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0CC27-EE59-FA71-5AC1-32FB8BC16C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HTML – structure </a:t>
            </a:r>
          </a:p>
          <a:p>
            <a:r>
              <a:rPr lang="en-US" dirty="0"/>
              <a:t>CSS – design </a:t>
            </a:r>
          </a:p>
          <a:p>
            <a:r>
              <a:rPr lang="en-US" dirty="0"/>
              <a:t>JavaScript – functionality </a:t>
            </a:r>
          </a:p>
          <a:p>
            <a:r>
              <a:rPr lang="en-US" dirty="0"/>
              <a:t>Backend – Node.js / PHP </a:t>
            </a:r>
          </a:p>
          <a:p>
            <a:r>
              <a:rPr lang="en-US" dirty="0"/>
              <a:t>Database – MySQL / MongoDB</a:t>
            </a:r>
          </a:p>
        </p:txBody>
      </p:sp>
    </p:spTree>
    <p:extLst>
      <p:ext uri="{BB962C8B-B14F-4D97-AF65-F5344CB8AC3E}">
        <p14:creationId xmlns:p14="http://schemas.microsoft.com/office/powerpoint/2010/main" val="100375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22FF-8220-2F6D-58A3-30185B01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E8C1-007E-9947-5E03-05F3B0D3B9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Technical Feasibility</a:t>
            </a:r>
            <a:endParaRPr lang="en-US" dirty="0"/>
          </a:p>
          <a:p>
            <a:r>
              <a:rPr lang="en-US" dirty="0"/>
              <a:t>Built using standard web technologies (HTML, CSS, JavaScript, PHP/Node.js) </a:t>
            </a:r>
          </a:p>
          <a:p>
            <a:r>
              <a:rPr lang="en-US" dirty="0"/>
              <a:t>Easy to develop, deploy, and maintain </a:t>
            </a:r>
          </a:p>
          <a:p>
            <a:r>
              <a:rPr lang="en-US" dirty="0"/>
              <a:t>Compatible with most devices and browsers </a:t>
            </a:r>
          </a:p>
          <a:p>
            <a:pPr marL="0" indent="0">
              <a:buNone/>
            </a:pPr>
            <a:r>
              <a:rPr lang="en-US" b="1" dirty="0"/>
              <a:t>2. Operational Feasibility</a:t>
            </a:r>
            <a:endParaRPr lang="en-US" dirty="0"/>
          </a:p>
          <a:p>
            <a:r>
              <a:rPr lang="en-US" dirty="0"/>
              <a:t>Simple and user-friendly interface </a:t>
            </a:r>
          </a:p>
          <a:p>
            <a:r>
              <a:rPr lang="en-US" dirty="0"/>
              <a:t>Requires minimal training for users </a:t>
            </a:r>
          </a:p>
          <a:p>
            <a:r>
              <a:rPr lang="en-US" dirty="0"/>
              <a:t>Suitable for students and working individuals </a:t>
            </a:r>
          </a:p>
          <a:p>
            <a:pPr marL="0" indent="0">
              <a:buNone/>
            </a:pPr>
            <a:r>
              <a:rPr lang="en-US" b="1" dirty="0"/>
              <a:t>3. Economic Feasibility</a:t>
            </a:r>
            <a:endParaRPr lang="en-US" dirty="0"/>
          </a:p>
          <a:p>
            <a:r>
              <a:rPr lang="en-US" dirty="0"/>
              <a:t>Low development cost using open-source tools </a:t>
            </a:r>
          </a:p>
          <a:p>
            <a:r>
              <a:rPr lang="en-US" dirty="0"/>
              <a:t>No need for expensive infrastructure </a:t>
            </a:r>
          </a:p>
          <a:p>
            <a:r>
              <a:rPr lang="en-US" dirty="0"/>
              <a:t>Affordable and accessible solution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2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0626-6B08-C718-2333-D391C685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00CE4-EBA8-2246-AF78-7EA4456856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Member 1 – Pranavi</a:t>
            </a:r>
          </a:p>
          <a:p>
            <a:pPr marL="0" indent="0">
              <a:buNone/>
            </a:pPr>
            <a:r>
              <a:rPr lang="en-US" dirty="0"/>
              <a:t>Frontend &amp; UI Design </a:t>
            </a:r>
          </a:p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Design user interface</a:t>
            </a:r>
          </a:p>
          <a:p>
            <a:r>
              <a:rPr lang="en-US" dirty="0"/>
              <a:t>Create dashboard layout</a:t>
            </a:r>
          </a:p>
          <a:p>
            <a:r>
              <a:rPr lang="en-US" dirty="0"/>
              <a:t>Develop login and registration pages</a:t>
            </a:r>
          </a:p>
          <a:p>
            <a:r>
              <a:rPr lang="en-US" dirty="0"/>
              <a:t>Implement forms for transactions</a:t>
            </a:r>
          </a:p>
          <a:p>
            <a:r>
              <a:rPr lang="en-US" dirty="0"/>
              <a:t>Create charts and reports</a:t>
            </a:r>
          </a:p>
          <a:p>
            <a:r>
              <a:rPr lang="en-US" dirty="0"/>
              <a:t>Ensure responsive web design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Technologies used: HTML, CSS, </a:t>
            </a:r>
            <a:r>
              <a:rPr lang="en-US" dirty="0" err="1"/>
              <a:t>Javascript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0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A9A9-2DB1-02B3-CB10-49239C3E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DEB25-4354-0931-E929-57E051A6B8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Member 2 – Anuska</a:t>
            </a:r>
          </a:p>
          <a:p>
            <a:pPr marL="0" indent="0">
              <a:buNone/>
            </a:pPr>
            <a:r>
              <a:rPr lang="en-US" dirty="0"/>
              <a:t>Backend &amp; Database</a:t>
            </a:r>
          </a:p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Develop server-side logic</a:t>
            </a:r>
          </a:p>
          <a:p>
            <a:r>
              <a:rPr lang="en-US" dirty="0"/>
              <a:t>Handle login authentication</a:t>
            </a:r>
          </a:p>
          <a:p>
            <a:r>
              <a:rPr lang="en-US" dirty="0"/>
              <a:t>Manage transaction processing</a:t>
            </a:r>
          </a:p>
          <a:p>
            <a:r>
              <a:rPr lang="en-US" dirty="0"/>
              <a:t>Implement budget calculations</a:t>
            </a:r>
          </a:p>
          <a:p>
            <a:r>
              <a:rPr lang="en-US" dirty="0"/>
              <a:t>Connect frontend with database</a:t>
            </a:r>
          </a:p>
          <a:p>
            <a:r>
              <a:rPr lang="en-US" dirty="0"/>
              <a:t>Store and retrieve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Technologies used: Node.js / </a:t>
            </a:r>
            <a:r>
              <a:rPr lang="en-US" dirty="0" err="1"/>
              <a:t>PHPMySQL</a:t>
            </a:r>
            <a:r>
              <a:rPr lang="en-US" dirty="0"/>
              <a:t> / MongoDB</a:t>
            </a:r>
          </a:p>
        </p:txBody>
      </p:sp>
    </p:spTree>
    <p:extLst>
      <p:ext uri="{BB962C8B-B14F-4D97-AF65-F5344CB8AC3E}">
        <p14:creationId xmlns:p14="http://schemas.microsoft.com/office/powerpoint/2010/main" val="83737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0843-B995-61CF-657D-D976D59FA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3109-CD8C-AEB2-65B8-D10E31B342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Member 3 – Niharika</a:t>
            </a:r>
          </a:p>
          <a:p>
            <a:pPr marL="0" indent="0">
              <a:buNone/>
            </a:pPr>
            <a:r>
              <a:rPr lang="en-US" dirty="0"/>
              <a:t>Features, Testing, Design &amp; Documentation</a:t>
            </a:r>
          </a:p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Implement group expense splitting feature </a:t>
            </a:r>
          </a:p>
          <a:p>
            <a:r>
              <a:rPr lang="en-US" dirty="0"/>
              <a:t>Add reminders and savings tracking features </a:t>
            </a:r>
          </a:p>
          <a:p>
            <a:r>
              <a:rPr lang="en-US" dirty="0"/>
              <a:t>Design application UI/UX using Figma </a:t>
            </a:r>
          </a:p>
          <a:p>
            <a:r>
              <a:rPr lang="en-US" dirty="0"/>
              <a:t>Create wireframes, prototypes, and screen layouts </a:t>
            </a:r>
          </a:p>
          <a:p>
            <a:r>
              <a:rPr lang="en-US" dirty="0"/>
              <a:t>Improve user experience and application design consistency </a:t>
            </a:r>
          </a:p>
          <a:p>
            <a:r>
              <a:rPr lang="en-US" dirty="0"/>
              <a:t>Perform system testing and debugging </a:t>
            </a:r>
          </a:p>
          <a:p>
            <a:r>
              <a:rPr lang="en-US" dirty="0"/>
              <a:t>Fix bugs and system errors </a:t>
            </a:r>
          </a:p>
          <a:p>
            <a:r>
              <a:rPr lang="en-US" dirty="0"/>
              <a:t>Prepare project documentation </a:t>
            </a:r>
          </a:p>
          <a:p>
            <a:r>
              <a:rPr lang="en-US" dirty="0"/>
              <a:t>Assist with final presentation and report preparation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4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3FF2-4308-7EFA-5593-CEA32AA6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229BFE-20D6-B4E1-5A52-938046E446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2563260" y="1231900"/>
            <a:ext cx="7065479" cy="52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222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DA78-12F4-7BA9-77AE-A61B79FF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34E9A-6E11-A8DE-275D-E592E91251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4253" y="1231900"/>
            <a:ext cx="8523493" cy="52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325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B085-0D31-57DC-B324-51C63B62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9E511-542E-405A-8F42-57CB41EC1B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519" y="1245706"/>
            <a:ext cx="2443384" cy="490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5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9574" y="2948370"/>
            <a:ext cx="5718139" cy="480630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315</TotalTime>
  <Words>576</Words>
  <Application>Microsoft Office PowerPoint</Application>
  <PresentationFormat>Widescreen</PresentationFormat>
  <Paragraphs>151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Franklin Gothic Demi</vt:lpstr>
      <vt:lpstr>IITR_PPT_Template</vt:lpstr>
      <vt:lpstr>Expense Tracker</vt:lpstr>
      <vt:lpstr>Outline  </vt:lpstr>
      <vt:lpstr>Introduction</vt:lpstr>
      <vt:lpstr>Motivation</vt:lpstr>
      <vt:lpstr>Problem Statement</vt:lpstr>
      <vt:lpstr>Literature Review</vt:lpstr>
      <vt:lpstr>Comparison</vt:lpstr>
      <vt:lpstr>Objectives</vt:lpstr>
      <vt:lpstr>Key Features</vt:lpstr>
      <vt:lpstr>Methodology</vt:lpstr>
      <vt:lpstr>Tech Stack</vt:lpstr>
      <vt:lpstr>Feasibility </vt:lpstr>
      <vt:lpstr>Team Role</vt:lpstr>
      <vt:lpstr>Team Role</vt:lpstr>
      <vt:lpstr>Team Role</vt:lpstr>
      <vt:lpstr>Gantt Chart</vt:lpstr>
      <vt:lpstr>Flowchart</vt:lpstr>
      <vt:lpstr>Use-Case Diagram</vt:lpstr>
      <vt:lpstr>PowerPoint Presentation</vt:lpstr>
      <vt:lpstr>Thank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upretypranavi1020@gmail.com</cp:lastModifiedBy>
  <cp:revision>80</cp:revision>
  <dcterms:created xsi:type="dcterms:W3CDTF">2015-07-18T13:17:54Z</dcterms:created>
  <dcterms:modified xsi:type="dcterms:W3CDTF">2026-05-15T13:28:56Z</dcterms:modified>
  <cp:version>v1</cp:version>
</cp:coreProperties>
</file>