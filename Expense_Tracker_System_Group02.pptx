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6"/>
  </p:notesMasterIdLst>
  <p:sldIdLst>
    <p:sldId id="262" r:id="rId2"/>
    <p:sldId id="269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68" r:id="rId14"/>
    <p:sldId id="266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0"/>
    <a:srgbClr val="000099"/>
    <a:srgbClr val="2E2F98"/>
    <a:srgbClr val="C0D82C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3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1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03/05/26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12203372" cy="736270"/>
          </a:xfrm>
          <a:prstGeom prst="rect">
            <a:avLst/>
          </a:prstGeom>
          <a:gradFill>
            <a:gsLst>
              <a:gs pos="0">
                <a:srgbClr val="C0D82C"/>
              </a:gs>
              <a:gs pos="54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2E2F9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ACE INSTITUTE OF MANAEGMENT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D8F32-4B7E-234D-7608-8305F6F304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690849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C322A-68A0-418E-1745-0B1A6D7936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497430" y="2118212"/>
            <a:ext cx="7095541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872" y="1132413"/>
            <a:ext cx="5718139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872" y="1613044"/>
            <a:ext cx="5718139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25167"/>
            <a:ext cx="565616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13044"/>
            <a:ext cx="565616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8245-5B6D-3C7C-1921-BCC6F0F5C5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1C4-7436-F71F-5CC8-167D381D6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85218" y="2971801"/>
            <a:ext cx="3270249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794033" y="3619535"/>
            <a:ext cx="2679404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5/3/26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2593519" y="1468783"/>
            <a:ext cx="7247166" cy="1121415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Expense Tracker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2704636" y="5149293"/>
            <a:ext cx="7024933" cy="1121415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Presenters:</a:t>
            </a:r>
          </a:p>
          <a:p>
            <a:pPr lvl="0"/>
            <a:r>
              <a:rPr lang="en-US" dirty="0"/>
              <a:t>Pranavi Uprety</a:t>
            </a:r>
          </a:p>
          <a:p>
            <a:r>
              <a:rPr lang="en-US" dirty="0"/>
              <a:t>Anuska Khatri </a:t>
            </a:r>
          </a:p>
          <a:p>
            <a:r>
              <a:rPr lang="en-US" dirty="0"/>
              <a:t>Niharika Rajbhandari </a:t>
            </a:r>
          </a:p>
          <a:p>
            <a:endParaRPr lang="en-US" dirty="0"/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2510541" y="5710000"/>
            <a:ext cx="7413122" cy="931654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Supervision of </a:t>
            </a:r>
          </a:p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Sanju Shrestha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2704636" y="2928301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800" dirty="0"/>
              <a:t>A Web-Based Manual Expense Tracker</a:t>
            </a:r>
            <a:endParaRPr lang="en-US" sz="2800" dirty="0">
              <a:solidFill>
                <a:srgbClr val="2E30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Outline 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  <a:p>
            <a:r>
              <a:rPr lang="en-US" dirty="0"/>
              <a:t>Introduction </a:t>
            </a:r>
          </a:p>
          <a:p>
            <a:r>
              <a:rPr lang="en-US" dirty="0"/>
              <a:t>Motivation </a:t>
            </a:r>
          </a:p>
          <a:p>
            <a:r>
              <a:rPr lang="en-US" dirty="0"/>
              <a:t>Problem Statement </a:t>
            </a:r>
          </a:p>
          <a:p>
            <a:r>
              <a:rPr lang="en-US" dirty="0"/>
              <a:t>Literature Review 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Key Features</a:t>
            </a:r>
          </a:p>
          <a:p>
            <a:r>
              <a:rPr lang="en-US" dirty="0"/>
              <a:t>Methodology </a:t>
            </a:r>
          </a:p>
          <a:p>
            <a:r>
              <a:rPr lang="en-US" dirty="0"/>
              <a:t>Tech Stack </a:t>
            </a:r>
          </a:p>
          <a:p>
            <a:r>
              <a:rPr lang="en-US" dirty="0"/>
              <a:t>Feasibility 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E853-6C79-44B9-F147-73A56FC0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96946-69A9-ED65-057E-72FF0B5E45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Web-based expense tracking application </a:t>
            </a:r>
          </a:p>
          <a:p>
            <a:r>
              <a:rPr lang="en-US" dirty="0"/>
              <a:t>Fully manual entry </a:t>
            </a:r>
          </a:p>
          <a:p>
            <a:r>
              <a:rPr lang="en-US" dirty="0"/>
              <a:t>Designed for students and employees</a:t>
            </a:r>
          </a:p>
          <a:p>
            <a:r>
              <a:rPr lang="en-US" dirty="0"/>
              <a:t>Supports personal and shared expenses </a:t>
            </a:r>
          </a:p>
          <a:p>
            <a:r>
              <a:rPr lang="en-US" dirty="0"/>
              <a:t>Focus on simplicity and privacy</a:t>
            </a:r>
          </a:p>
        </p:txBody>
      </p:sp>
    </p:spTree>
    <p:extLst>
      <p:ext uri="{BB962C8B-B14F-4D97-AF65-F5344CB8AC3E}">
        <p14:creationId xmlns:p14="http://schemas.microsoft.com/office/powerpoint/2010/main" val="28820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6C01-A8A2-4AAC-E9EB-5528AA0A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264C-B6EB-3D7D-20A9-ADECBCC529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Students face difficulty tracking daily expenses </a:t>
            </a:r>
          </a:p>
          <a:p>
            <a:r>
              <a:rPr lang="en-US" dirty="0"/>
              <a:t>Shared expenses with friends often create confusion </a:t>
            </a:r>
          </a:p>
          <a:p>
            <a:r>
              <a:rPr lang="en-US" dirty="0"/>
              <a:t>Most apps are complex or paid </a:t>
            </a:r>
          </a:p>
          <a:p>
            <a:r>
              <a:rPr lang="en-US" dirty="0"/>
              <a:t>Limited reliable solutions in Nepal </a:t>
            </a:r>
          </a:p>
          <a:p>
            <a:r>
              <a:rPr lang="en-US" dirty="0"/>
              <a:t>Need for simple, free, and local-friendly tool </a:t>
            </a:r>
          </a:p>
          <a:p>
            <a:r>
              <a:rPr lang="en-US" dirty="0"/>
              <a:t>Promotes better financial habits</a:t>
            </a:r>
          </a:p>
        </p:txBody>
      </p:sp>
    </p:spTree>
    <p:extLst>
      <p:ext uri="{BB962C8B-B14F-4D97-AF65-F5344CB8AC3E}">
        <p14:creationId xmlns:p14="http://schemas.microsoft.com/office/powerpoint/2010/main" val="38346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C97D-A084-ED8E-651A-8BFCDEB9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C0FA9-1598-9203-BF3E-667F95F26A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Manual tracking in Excel is time-consuming </a:t>
            </a:r>
          </a:p>
          <a:p>
            <a:r>
              <a:rPr lang="en-US" dirty="0"/>
              <a:t>Difficulty in settling group expenses</a:t>
            </a:r>
          </a:p>
          <a:p>
            <a:r>
              <a:rPr lang="en-US" dirty="0"/>
              <a:t> No proper budgeting visualization</a:t>
            </a:r>
          </a:p>
          <a:p>
            <a:r>
              <a:rPr lang="en-US" dirty="0"/>
              <a:t> Privacy concerns with auto-sync apps </a:t>
            </a:r>
          </a:p>
          <a:p>
            <a:r>
              <a:rPr lang="en-US" dirty="0"/>
              <a:t>Existing free tools have heavy limitations </a:t>
            </a:r>
          </a:p>
          <a:p>
            <a:r>
              <a:rPr lang="en-US" dirty="0"/>
              <a:t>Lack of multi-currency and local payment support</a:t>
            </a:r>
          </a:p>
        </p:txBody>
      </p:sp>
    </p:spTree>
    <p:extLst>
      <p:ext uri="{BB962C8B-B14F-4D97-AF65-F5344CB8AC3E}">
        <p14:creationId xmlns:p14="http://schemas.microsoft.com/office/powerpoint/2010/main" val="391143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B40-5AC7-C6C4-6C35-AD3A12EF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0E28-EB0F-33A9-F928-C687B8E025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Splitwise</a:t>
            </a:r>
            <a:r>
              <a:rPr lang="en-US" dirty="0"/>
              <a:t>: Strong in group splitting, weak budgeting </a:t>
            </a:r>
          </a:p>
          <a:p>
            <a:r>
              <a:rPr lang="en-US" dirty="0" err="1"/>
              <a:t>Goodbudget</a:t>
            </a:r>
            <a:r>
              <a:rPr lang="en-US" dirty="0"/>
              <a:t>: Excellent envelopes, limited free version</a:t>
            </a:r>
          </a:p>
          <a:p>
            <a:r>
              <a:rPr lang="en-US" dirty="0" err="1"/>
              <a:t>Spendee</a:t>
            </a:r>
            <a:r>
              <a:rPr lang="en-US" dirty="0"/>
              <a:t>: Good visuals, restricted free tier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Gap: Balanced manual tool with group features Opportunity for simple &amp; effective solution</a:t>
            </a:r>
          </a:p>
        </p:txBody>
      </p:sp>
    </p:spTree>
    <p:extLst>
      <p:ext uri="{BB962C8B-B14F-4D97-AF65-F5344CB8AC3E}">
        <p14:creationId xmlns:p14="http://schemas.microsoft.com/office/powerpoint/2010/main" val="287389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A93F-AC79-57D3-8717-F12FE41B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7009-F9C3-CE7B-E846-A161A634D2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Develop a responsive web expense tracker </a:t>
            </a:r>
          </a:p>
          <a:p>
            <a:r>
              <a:rPr lang="en-US" dirty="0"/>
              <a:t>Enable manual income and expense tracking </a:t>
            </a:r>
          </a:p>
          <a:p>
            <a:r>
              <a:rPr lang="en-US" dirty="0"/>
              <a:t>Implement budget setting and alerts </a:t>
            </a:r>
          </a:p>
          <a:p>
            <a:r>
              <a:rPr lang="en-US" dirty="0"/>
              <a:t>Provide group expense splitting feature </a:t>
            </a:r>
          </a:p>
          <a:p>
            <a:r>
              <a:rPr lang="en-US" dirty="0"/>
              <a:t>Deliver clear reports and visualizations </a:t>
            </a:r>
          </a:p>
          <a:p>
            <a:r>
              <a:rPr lang="en-US" dirty="0"/>
              <a:t>Ensure data privacy and user-friendliness</a:t>
            </a:r>
          </a:p>
        </p:txBody>
      </p:sp>
    </p:spTree>
    <p:extLst>
      <p:ext uri="{BB962C8B-B14F-4D97-AF65-F5344CB8AC3E}">
        <p14:creationId xmlns:p14="http://schemas.microsoft.com/office/powerpoint/2010/main" val="373344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DCA5-B190-FDC1-4553-C3022238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55E6-48A0-587A-42A4-0F154DF67E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User registration and login </a:t>
            </a:r>
          </a:p>
          <a:p>
            <a:r>
              <a:rPr lang="en-US" dirty="0"/>
              <a:t>Multiple wallets and categories </a:t>
            </a:r>
          </a:p>
          <a:p>
            <a:r>
              <a:rPr lang="en-US" dirty="0"/>
              <a:t>Add income &amp; expense transactions </a:t>
            </a:r>
          </a:p>
          <a:p>
            <a:r>
              <a:rPr lang="en-US" dirty="0"/>
              <a:t>Budgets with progress tracking </a:t>
            </a:r>
          </a:p>
          <a:p>
            <a:r>
              <a:rPr lang="en-US" dirty="0"/>
              <a:t>Group expense splitting &amp; settlement </a:t>
            </a:r>
          </a:p>
          <a:p>
            <a:r>
              <a:rPr lang="en-US" dirty="0"/>
              <a:t>Dashboard, reports, and charts </a:t>
            </a:r>
          </a:p>
          <a:p>
            <a:r>
              <a:rPr lang="en-US" dirty="0"/>
              <a:t>Savings goals and bill reminders</a:t>
            </a:r>
          </a:p>
        </p:txBody>
      </p:sp>
    </p:spTree>
    <p:extLst>
      <p:ext uri="{BB962C8B-B14F-4D97-AF65-F5344CB8AC3E}">
        <p14:creationId xmlns:p14="http://schemas.microsoft.com/office/powerpoint/2010/main" val="36456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FBCE-B581-C2B8-49A1-7C8D36A8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BA4A8-003A-19E8-E333-81BF450452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Followed Agile development approach </a:t>
            </a:r>
          </a:p>
          <a:p>
            <a:r>
              <a:rPr lang="en-US" dirty="0"/>
              <a:t>Phases: Planning → Design → Implementation → Testing </a:t>
            </a:r>
          </a:p>
          <a:p>
            <a:r>
              <a:rPr lang="en-US" dirty="0"/>
              <a:t>User-centered design process </a:t>
            </a:r>
          </a:p>
          <a:p>
            <a:r>
              <a:rPr lang="en-US" dirty="0"/>
              <a:t>Iterative development and testing </a:t>
            </a:r>
          </a:p>
          <a:p>
            <a:r>
              <a:rPr lang="en-US" dirty="0"/>
              <a:t>Focus on clean code and documentation </a:t>
            </a:r>
          </a:p>
        </p:txBody>
      </p:sp>
    </p:spTree>
    <p:extLst>
      <p:ext uri="{BB962C8B-B14F-4D97-AF65-F5344CB8AC3E}">
        <p14:creationId xmlns:p14="http://schemas.microsoft.com/office/powerpoint/2010/main" val="205036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C5B9-EBD7-8698-38F8-CA5F2058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0CC27-EE59-FA71-5AC1-32FB8BC16C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HTML – structure </a:t>
            </a:r>
          </a:p>
          <a:p>
            <a:r>
              <a:rPr lang="en-US" dirty="0"/>
              <a:t>CSS – design </a:t>
            </a:r>
          </a:p>
          <a:p>
            <a:r>
              <a:rPr lang="en-US" dirty="0"/>
              <a:t>JavaScript – functionality </a:t>
            </a:r>
          </a:p>
          <a:p>
            <a:r>
              <a:rPr lang="en-US" dirty="0"/>
              <a:t>Backend – Node.js / PHP </a:t>
            </a:r>
          </a:p>
          <a:p>
            <a:r>
              <a:rPr lang="en-US" dirty="0"/>
              <a:t>Database – MySQL / MongoDB</a:t>
            </a:r>
          </a:p>
        </p:txBody>
      </p:sp>
    </p:spTree>
    <p:extLst>
      <p:ext uri="{BB962C8B-B14F-4D97-AF65-F5344CB8AC3E}">
        <p14:creationId xmlns:p14="http://schemas.microsoft.com/office/powerpoint/2010/main" val="100375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22FF-8220-2F6D-58A3-30185B01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E8C1-007E-9947-5E03-05F3B0D3B9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Technical Feasibility</a:t>
            </a:r>
            <a:endParaRPr lang="en-US" dirty="0"/>
          </a:p>
          <a:p>
            <a:r>
              <a:rPr lang="en-US" dirty="0"/>
              <a:t>Built using standard web technologies (HTML, CSS, JavaScript, PHP/Node.js) </a:t>
            </a:r>
          </a:p>
          <a:p>
            <a:r>
              <a:rPr lang="en-US" dirty="0"/>
              <a:t>Easy to develop, deploy, and maintain </a:t>
            </a:r>
          </a:p>
          <a:p>
            <a:r>
              <a:rPr lang="en-US" dirty="0"/>
              <a:t>Compatible with most devices and browsers </a:t>
            </a:r>
          </a:p>
          <a:p>
            <a:pPr marL="0" indent="0">
              <a:buNone/>
            </a:pPr>
            <a:r>
              <a:rPr lang="en-US" b="1" dirty="0"/>
              <a:t>2. Operational Feasibility</a:t>
            </a:r>
            <a:endParaRPr lang="en-US" dirty="0"/>
          </a:p>
          <a:p>
            <a:r>
              <a:rPr lang="en-US" dirty="0"/>
              <a:t>Simple and user-friendly interface </a:t>
            </a:r>
          </a:p>
          <a:p>
            <a:r>
              <a:rPr lang="en-US" dirty="0"/>
              <a:t>Requires minimal training for users </a:t>
            </a:r>
          </a:p>
          <a:p>
            <a:r>
              <a:rPr lang="en-US" dirty="0"/>
              <a:t>Suitable for students and working individuals </a:t>
            </a:r>
          </a:p>
          <a:p>
            <a:pPr marL="0" indent="0">
              <a:buNone/>
            </a:pPr>
            <a:r>
              <a:rPr lang="en-US" b="1" dirty="0"/>
              <a:t>3. Economic Feasibility</a:t>
            </a:r>
            <a:endParaRPr lang="en-US" dirty="0"/>
          </a:p>
          <a:p>
            <a:r>
              <a:rPr lang="en-US" dirty="0"/>
              <a:t>Low development cost using open-source tools </a:t>
            </a:r>
          </a:p>
          <a:p>
            <a:r>
              <a:rPr lang="en-US" dirty="0"/>
              <a:t>No need for expensive infrastructure </a:t>
            </a:r>
          </a:p>
          <a:p>
            <a:r>
              <a:rPr lang="en-US" dirty="0"/>
              <a:t>Affordable and accessible solution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2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3FF2-4308-7EFA-5593-CEA32AA6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8B2C91-E8A6-B736-1418-CC40067E4F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150" y="2052387"/>
            <a:ext cx="10745700" cy="358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222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9574" y="2948370"/>
            <a:ext cx="5718139" cy="480630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285</TotalTime>
  <Words>375</Words>
  <Application>Microsoft Macintosh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Franklin Gothic Demi</vt:lpstr>
      <vt:lpstr>IITR_PPT_Template</vt:lpstr>
      <vt:lpstr>Expense Tracker</vt:lpstr>
      <vt:lpstr>Outline  </vt:lpstr>
      <vt:lpstr>Introduction</vt:lpstr>
      <vt:lpstr>Motivation</vt:lpstr>
      <vt:lpstr>Problem Statement</vt:lpstr>
      <vt:lpstr>Literature Review</vt:lpstr>
      <vt:lpstr>Objectives</vt:lpstr>
      <vt:lpstr>Key Features</vt:lpstr>
      <vt:lpstr>Methodology</vt:lpstr>
      <vt:lpstr>Tech Stack</vt:lpstr>
      <vt:lpstr>Feasibility </vt:lpstr>
      <vt:lpstr>Gantt Chart</vt:lpstr>
      <vt:lpstr>PowerPoint Presentation</vt:lpstr>
      <vt:lpstr>Thank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Rai, Abhishek</cp:lastModifiedBy>
  <cp:revision>77</cp:revision>
  <dcterms:created xsi:type="dcterms:W3CDTF">2015-07-18T13:17:54Z</dcterms:created>
  <dcterms:modified xsi:type="dcterms:W3CDTF">2026-05-03T12:08:35Z</dcterms:modified>
  <cp:version>v1</cp:version>
</cp:coreProperties>
</file>